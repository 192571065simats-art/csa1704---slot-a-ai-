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74" r:id="rId5"/>
    <p:sldId id="275" r:id="rId6"/>
    <p:sldId id="276" r:id="rId7"/>
    <p:sldId id="277" r:id="rId8"/>
    <p:sldId id="279" r:id="rId9"/>
    <p:sldId id="280" r:id="rId10"/>
    <p:sldId id="278" r:id="rId11"/>
    <p:sldId id="267" r:id="rId12"/>
    <p:sldId id="272" r:id="rId13"/>
    <p:sldId id="264" r:id="rId14"/>
    <p:sldId id="268" r:id="rId15"/>
    <p:sldId id="270" r:id="rId16"/>
    <p:sldId id="269" r:id="rId17"/>
    <p:sldId id="271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86CF0-88F9-4358-B380-08C579524530}" v="55" dt="2026-08-31T04:53:15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165" autoAdjust="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hradevi S" userId="f1911e5e9bad0a2c" providerId="LiveId" clId="{E729D505-801F-48E7-9982-5A501176C1D0}"/>
    <pc:docChg chg="undo custSel modSld">
      <pc:chgData name="Mithradevi S" userId="f1911e5e9bad0a2c" providerId="LiveId" clId="{E729D505-801F-48E7-9982-5A501176C1D0}" dt="2026-08-31T04:53:17.470" v="311" actId="20577"/>
      <pc:docMkLst>
        <pc:docMk/>
      </pc:docMkLst>
      <pc:sldChg chg="addSp modSp mod">
        <pc:chgData name="Mithradevi S" userId="f1911e5e9bad0a2c" providerId="LiveId" clId="{E729D505-801F-48E7-9982-5A501176C1D0}" dt="2026-08-31T04:44:48.307" v="231" actId="113"/>
        <pc:sldMkLst>
          <pc:docMk/>
          <pc:sldMk cId="1408635871" sldId="264"/>
        </pc:sldMkLst>
        <pc:spChg chg="mod">
          <ac:chgData name="Mithradevi S" userId="f1911e5e9bad0a2c" providerId="LiveId" clId="{E729D505-801F-48E7-9982-5A501176C1D0}" dt="2026-08-31T04:44:48.307" v="231" actId="113"/>
          <ac:spMkLst>
            <pc:docMk/>
            <pc:sldMk cId="1408635871" sldId="264"/>
            <ac:spMk id="14" creationId="{8C4A67E6-EB42-B676-7ACE-B756CFE919E5}"/>
          </ac:spMkLst>
        </pc:spChg>
        <pc:picChg chg="add mod">
          <ac:chgData name="Mithradevi S" userId="f1911e5e9bad0a2c" providerId="LiveId" clId="{E729D505-801F-48E7-9982-5A501176C1D0}" dt="2026-08-17T05:06:14.239" v="31" actId="14100"/>
          <ac:picMkLst>
            <pc:docMk/>
            <pc:sldMk cId="1408635871" sldId="264"/>
            <ac:picMk id="16" creationId="{EF890CA7-8F04-626B-8521-500F5B7F6820}"/>
          </ac:picMkLst>
        </pc:picChg>
      </pc:sldChg>
      <pc:sldChg chg="modSp mod">
        <pc:chgData name="Mithradevi S" userId="f1911e5e9bad0a2c" providerId="LiveId" clId="{E729D505-801F-48E7-9982-5A501176C1D0}" dt="2026-08-31T04:22:11.125" v="59" actId="113"/>
        <pc:sldMkLst>
          <pc:docMk/>
          <pc:sldMk cId="1782416257" sldId="265"/>
        </pc:sldMkLst>
        <pc:spChg chg="mod">
          <ac:chgData name="Mithradevi S" userId="f1911e5e9bad0a2c" providerId="LiveId" clId="{E729D505-801F-48E7-9982-5A501176C1D0}" dt="2026-08-31T04:22:11.125" v="59" actId="113"/>
          <ac:spMkLst>
            <pc:docMk/>
            <pc:sldMk cId="1782416257" sldId="265"/>
            <ac:spMk id="3" creationId="{747059B3-0E00-40A0-9D4A-02B387EF62B8}"/>
          </ac:spMkLst>
        </pc:spChg>
      </pc:sldChg>
      <pc:sldChg chg="modSp mod">
        <pc:chgData name="Mithradevi S" userId="f1911e5e9bad0a2c" providerId="LiveId" clId="{E729D505-801F-48E7-9982-5A501176C1D0}" dt="2026-08-31T04:22:58.153" v="68" actId="113"/>
        <pc:sldMkLst>
          <pc:docMk/>
          <pc:sldMk cId="1939837629" sldId="266"/>
        </pc:sldMkLst>
        <pc:spChg chg="mod">
          <ac:chgData name="Mithradevi S" userId="f1911e5e9bad0a2c" providerId="LiveId" clId="{E729D505-801F-48E7-9982-5A501176C1D0}" dt="2026-08-31T04:22:58.153" v="68" actId="113"/>
          <ac:spMkLst>
            <pc:docMk/>
            <pc:sldMk cId="1939837629" sldId="266"/>
            <ac:spMk id="5" creationId="{282EDCE7-ADA3-4A76-A169-CF006F156368}"/>
          </ac:spMkLst>
        </pc:spChg>
      </pc:sldChg>
      <pc:sldChg chg="addSp modSp mod">
        <pc:chgData name="Mithradevi S" userId="f1911e5e9bad0a2c" providerId="LiveId" clId="{E729D505-801F-48E7-9982-5A501176C1D0}" dt="2026-08-31T04:36:28.645" v="188" actId="113"/>
        <pc:sldMkLst>
          <pc:docMk/>
          <pc:sldMk cId="2735400202" sldId="267"/>
        </pc:sldMkLst>
        <pc:spChg chg="add mod">
          <ac:chgData name="Mithradevi S" userId="f1911e5e9bad0a2c" providerId="LiveId" clId="{E729D505-801F-48E7-9982-5A501176C1D0}" dt="2026-08-31T04:35:54.042" v="183" actId="20577"/>
          <ac:spMkLst>
            <pc:docMk/>
            <pc:sldMk cId="2735400202" sldId="267"/>
            <ac:spMk id="3" creationId="{213151A1-B85A-2341-FBA5-BB9A71A079CF}"/>
          </ac:spMkLst>
        </pc:spChg>
        <pc:spChg chg="mod">
          <ac:chgData name="Mithradevi S" userId="f1911e5e9bad0a2c" providerId="LiveId" clId="{E729D505-801F-48E7-9982-5A501176C1D0}" dt="2026-08-31T04:36:28.645" v="188" actId="113"/>
          <ac:spMkLst>
            <pc:docMk/>
            <pc:sldMk cId="2735400202" sldId="267"/>
            <ac:spMk id="20" creationId="{EA164C5C-915B-DB22-774B-FCC8E82F7BAE}"/>
          </ac:spMkLst>
        </pc:spChg>
        <pc:picChg chg="add mod">
          <ac:chgData name="Mithradevi S" userId="f1911e5e9bad0a2c" providerId="LiveId" clId="{E729D505-801F-48E7-9982-5A501176C1D0}" dt="2026-08-31T04:36:12.633" v="185" actId="1076"/>
          <ac:picMkLst>
            <pc:docMk/>
            <pc:sldMk cId="2735400202" sldId="267"/>
            <ac:picMk id="5" creationId="{A09302D6-47B2-85DC-12FE-C8EBC6C769EC}"/>
          </ac:picMkLst>
        </pc:picChg>
      </pc:sldChg>
      <pc:sldChg chg="modSp mod">
        <pc:chgData name="Mithradevi S" userId="f1911e5e9bad0a2c" providerId="LiveId" clId="{E729D505-801F-48E7-9982-5A501176C1D0}" dt="2026-08-31T04:48:57.924" v="283" actId="14100"/>
        <pc:sldMkLst>
          <pc:docMk/>
          <pc:sldMk cId="3937727835" sldId="268"/>
        </pc:sldMkLst>
        <pc:spChg chg="mod">
          <ac:chgData name="Mithradevi S" userId="f1911e5e9bad0a2c" providerId="LiveId" clId="{E729D505-801F-48E7-9982-5A501176C1D0}" dt="2026-08-31T04:48:34.390" v="281" actId="1076"/>
          <ac:spMkLst>
            <pc:docMk/>
            <pc:sldMk cId="3937727835" sldId="268"/>
            <ac:spMk id="8" creationId="{43FD422A-6256-3CD8-6919-87BC6DAF5BCC}"/>
          </ac:spMkLst>
        </pc:spChg>
        <pc:spChg chg="mod">
          <ac:chgData name="Mithradevi S" userId="f1911e5e9bad0a2c" providerId="LiveId" clId="{E729D505-801F-48E7-9982-5A501176C1D0}" dt="2026-08-31T04:48:57.924" v="283" actId="14100"/>
          <ac:spMkLst>
            <pc:docMk/>
            <pc:sldMk cId="3937727835" sldId="268"/>
            <ac:spMk id="13" creationId="{BB521A3E-FB18-6B28-8389-CF22C64C377E}"/>
          </ac:spMkLst>
        </pc:spChg>
      </pc:sldChg>
      <pc:sldChg chg="modSp mod">
        <pc:chgData name="Mithradevi S" userId="f1911e5e9bad0a2c" providerId="LiveId" clId="{E729D505-801F-48E7-9982-5A501176C1D0}" dt="2026-08-31T04:53:17.470" v="311" actId="20577"/>
        <pc:sldMkLst>
          <pc:docMk/>
          <pc:sldMk cId="2429502140" sldId="269"/>
        </pc:sldMkLst>
        <pc:spChg chg="mod">
          <ac:chgData name="Mithradevi S" userId="f1911e5e9bad0a2c" providerId="LiveId" clId="{E729D505-801F-48E7-9982-5A501176C1D0}" dt="2026-08-31T04:53:17.470" v="311" actId="20577"/>
          <ac:spMkLst>
            <pc:docMk/>
            <pc:sldMk cId="2429502140" sldId="269"/>
            <ac:spMk id="13" creationId="{6338A1AB-7D0C-11E2-79F5-B34E6D8C472F}"/>
          </ac:spMkLst>
        </pc:spChg>
      </pc:sldChg>
      <pc:sldChg chg="modSp mod">
        <pc:chgData name="Mithradevi S" userId="f1911e5e9bad0a2c" providerId="LiveId" clId="{E729D505-801F-48E7-9982-5A501176C1D0}" dt="2026-08-31T04:52:11.629" v="298" actId="1076"/>
        <pc:sldMkLst>
          <pc:docMk/>
          <pc:sldMk cId="1955887114" sldId="270"/>
        </pc:sldMkLst>
        <pc:spChg chg="mod">
          <ac:chgData name="Mithradevi S" userId="f1911e5e9bad0a2c" providerId="LiveId" clId="{E729D505-801F-48E7-9982-5A501176C1D0}" dt="2026-08-31T04:49:16.262" v="287"/>
          <ac:spMkLst>
            <pc:docMk/>
            <pc:sldMk cId="1955887114" sldId="270"/>
            <ac:spMk id="12" creationId="{503CF80F-76C4-5634-A139-9CA225E091A1}"/>
          </ac:spMkLst>
        </pc:spChg>
        <pc:spChg chg="mod">
          <ac:chgData name="Mithradevi S" userId="f1911e5e9bad0a2c" providerId="LiveId" clId="{E729D505-801F-48E7-9982-5A501176C1D0}" dt="2026-08-31T04:52:11.629" v="298" actId="1076"/>
          <ac:spMkLst>
            <pc:docMk/>
            <pc:sldMk cId="1955887114" sldId="270"/>
            <ac:spMk id="18" creationId="{54BC37AA-A8CF-34BD-FFD4-E51178191BF2}"/>
          </ac:spMkLst>
        </pc:spChg>
      </pc:sldChg>
      <pc:sldChg chg="modSp mod">
        <pc:chgData name="Mithradevi S" userId="f1911e5e9bad0a2c" providerId="LiveId" clId="{E729D505-801F-48E7-9982-5A501176C1D0}" dt="2026-08-31T04:52:39.039" v="300" actId="113"/>
        <pc:sldMkLst>
          <pc:docMk/>
          <pc:sldMk cId="2468714470" sldId="271"/>
        </pc:sldMkLst>
        <pc:spChg chg="mod">
          <ac:chgData name="Mithradevi S" userId="f1911e5e9bad0a2c" providerId="LiveId" clId="{E729D505-801F-48E7-9982-5A501176C1D0}" dt="2026-08-31T04:52:39.039" v="300" actId="113"/>
          <ac:spMkLst>
            <pc:docMk/>
            <pc:sldMk cId="2468714470" sldId="271"/>
            <ac:spMk id="17" creationId="{8C054D82-A615-37C7-D2A0-523F8E3288D0}"/>
          </ac:spMkLst>
        </pc:spChg>
      </pc:sldChg>
      <pc:sldChg chg="addSp modSp mod">
        <pc:chgData name="Mithradevi S" userId="f1911e5e9bad0a2c" providerId="LiveId" clId="{E729D505-801F-48E7-9982-5A501176C1D0}" dt="2026-08-31T04:42:30.435" v="220" actId="1076"/>
        <pc:sldMkLst>
          <pc:docMk/>
          <pc:sldMk cId="2722261957" sldId="272"/>
        </pc:sldMkLst>
        <pc:spChg chg="add mod">
          <ac:chgData name="Mithradevi S" userId="f1911e5e9bad0a2c" providerId="LiveId" clId="{E729D505-801F-48E7-9982-5A501176C1D0}" dt="2026-08-31T04:42:05.748" v="218" actId="1076"/>
          <ac:spMkLst>
            <pc:docMk/>
            <pc:sldMk cId="2722261957" sldId="272"/>
            <ac:spMk id="3" creationId="{A3692D46-CADF-640B-6707-457E580AA9F1}"/>
          </ac:spMkLst>
        </pc:spChg>
        <pc:spChg chg="mod">
          <ac:chgData name="Mithradevi S" userId="f1911e5e9bad0a2c" providerId="LiveId" clId="{E729D505-801F-48E7-9982-5A501176C1D0}" dt="2026-08-31T04:41:48.326" v="216" actId="1076"/>
          <ac:spMkLst>
            <pc:docMk/>
            <pc:sldMk cId="2722261957" sldId="272"/>
            <ac:spMk id="16" creationId="{F37F0E9B-12B3-8C63-98E7-1E0A8D319E4B}"/>
          </ac:spMkLst>
        </pc:spChg>
        <pc:picChg chg="add mod">
          <ac:chgData name="Mithradevi S" userId="f1911e5e9bad0a2c" providerId="LiveId" clId="{E729D505-801F-48E7-9982-5A501176C1D0}" dt="2026-08-31T04:42:30.435" v="220" actId="1076"/>
          <ac:picMkLst>
            <pc:docMk/>
            <pc:sldMk cId="2722261957" sldId="272"/>
            <ac:picMk id="5" creationId="{0292B777-A11E-C6CB-64F8-1AC26A9FEF11}"/>
          </ac:picMkLst>
        </pc:picChg>
      </pc:sldChg>
      <pc:sldChg chg="modSp mod">
        <pc:chgData name="Mithradevi S" userId="f1911e5e9bad0a2c" providerId="LiveId" clId="{E729D505-801F-48E7-9982-5A501176C1D0}" dt="2026-08-31T04:23:48.383" v="79" actId="113"/>
        <pc:sldMkLst>
          <pc:docMk/>
          <pc:sldMk cId="3619218431" sldId="274"/>
        </pc:sldMkLst>
        <pc:spChg chg="mod">
          <ac:chgData name="Mithradevi S" userId="f1911e5e9bad0a2c" providerId="LiveId" clId="{E729D505-801F-48E7-9982-5A501176C1D0}" dt="2026-08-31T04:23:48.383" v="79" actId="113"/>
          <ac:spMkLst>
            <pc:docMk/>
            <pc:sldMk cId="3619218431" sldId="274"/>
            <ac:spMk id="6" creationId="{42417973-F7BC-EE6B-410E-66A882DE7B9A}"/>
          </ac:spMkLst>
        </pc:spChg>
      </pc:sldChg>
      <pc:sldChg chg="modSp mod">
        <pc:chgData name="Mithradevi S" userId="f1911e5e9bad0a2c" providerId="LiveId" clId="{E729D505-801F-48E7-9982-5A501176C1D0}" dt="2026-08-31T04:24:47.577" v="90" actId="20577"/>
        <pc:sldMkLst>
          <pc:docMk/>
          <pc:sldMk cId="2390631336" sldId="275"/>
        </pc:sldMkLst>
        <pc:spChg chg="mod">
          <ac:chgData name="Mithradevi S" userId="f1911e5e9bad0a2c" providerId="LiveId" clId="{E729D505-801F-48E7-9982-5A501176C1D0}" dt="2026-08-31T04:24:47.577" v="90" actId="20577"/>
          <ac:spMkLst>
            <pc:docMk/>
            <pc:sldMk cId="2390631336" sldId="275"/>
            <ac:spMk id="10" creationId="{10F0000E-0B2C-AC60-299B-6FB3B409CEEE}"/>
          </ac:spMkLst>
        </pc:spChg>
      </pc:sldChg>
      <pc:sldChg chg="modSp mod">
        <pc:chgData name="Mithradevi S" userId="f1911e5e9bad0a2c" providerId="LiveId" clId="{E729D505-801F-48E7-9982-5A501176C1D0}" dt="2026-08-31T04:25:24.328" v="101" actId="20577"/>
        <pc:sldMkLst>
          <pc:docMk/>
          <pc:sldMk cId="2609313701" sldId="276"/>
        </pc:sldMkLst>
        <pc:spChg chg="mod">
          <ac:chgData name="Mithradevi S" userId="f1911e5e9bad0a2c" providerId="LiveId" clId="{E729D505-801F-48E7-9982-5A501176C1D0}" dt="2026-08-31T04:25:24.328" v="101" actId="20577"/>
          <ac:spMkLst>
            <pc:docMk/>
            <pc:sldMk cId="2609313701" sldId="276"/>
            <ac:spMk id="8" creationId="{FEDC4FD2-7418-64B5-6F4B-06399F818266}"/>
          </ac:spMkLst>
        </pc:spChg>
      </pc:sldChg>
      <pc:sldChg chg="modSp mod">
        <pc:chgData name="Mithradevi S" userId="f1911e5e9bad0a2c" providerId="LiveId" clId="{E729D505-801F-48E7-9982-5A501176C1D0}" dt="2026-08-31T04:26:19.106" v="115" actId="113"/>
        <pc:sldMkLst>
          <pc:docMk/>
          <pc:sldMk cId="751626686" sldId="277"/>
        </pc:sldMkLst>
        <pc:spChg chg="mod">
          <ac:chgData name="Mithradevi S" userId="f1911e5e9bad0a2c" providerId="LiveId" clId="{E729D505-801F-48E7-9982-5A501176C1D0}" dt="2026-08-31T04:26:19.106" v="115" actId="113"/>
          <ac:spMkLst>
            <pc:docMk/>
            <pc:sldMk cId="751626686" sldId="277"/>
            <ac:spMk id="7" creationId="{5766496C-B1CB-4C9B-8685-80C1B445125B}"/>
          </ac:spMkLst>
        </pc:spChg>
      </pc:sldChg>
      <pc:sldChg chg="addSp delSp modSp mod">
        <pc:chgData name="Mithradevi S" userId="f1911e5e9bad0a2c" providerId="LiveId" clId="{E729D505-801F-48E7-9982-5A501176C1D0}" dt="2026-08-31T04:30:40.159" v="144" actId="14100"/>
        <pc:sldMkLst>
          <pc:docMk/>
          <pc:sldMk cId="342535809" sldId="278"/>
        </pc:sldMkLst>
        <pc:picChg chg="add mod">
          <ac:chgData name="Mithradevi S" userId="f1911e5e9bad0a2c" providerId="LiveId" clId="{E729D505-801F-48E7-9982-5A501176C1D0}" dt="2026-08-31T04:30:40.159" v="144" actId="14100"/>
          <ac:picMkLst>
            <pc:docMk/>
            <pc:sldMk cId="342535809" sldId="278"/>
            <ac:picMk id="3" creationId="{429CEFC5-1816-82A7-5D21-3892A6EC6B0C}"/>
          </ac:picMkLst>
        </pc:picChg>
        <pc:picChg chg="add del mod">
          <ac:chgData name="Mithradevi S" userId="f1911e5e9bad0a2c" providerId="LiveId" clId="{E729D505-801F-48E7-9982-5A501176C1D0}" dt="2026-08-31T04:30:17.276" v="138" actId="478"/>
          <ac:picMkLst>
            <pc:docMk/>
            <pc:sldMk cId="342535809" sldId="278"/>
            <ac:picMk id="13" creationId="{9A3F82EC-F99D-D717-0DB5-02A81346F545}"/>
          </ac:picMkLst>
        </pc:picChg>
      </pc:sldChg>
      <pc:sldChg chg="modSp mod">
        <pc:chgData name="Mithradevi S" userId="f1911e5e9bad0a2c" providerId="LiveId" clId="{E729D505-801F-48E7-9982-5A501176C1D0}" dt="2026-08-31T04:27:27.138" v="126" actId="20577"/>
        <pc:sldMkLst>
          <pc:docMk/>
          <pc:sldMk cId="2289505705" sldId="279"/>
        </pc:sldMkLst>
        <pc:spChg chg="mod">
          <ac:chgData name="Mithradevi S" userId="f1911e5e9bad0a2c" providerId="LiveId" clId="{E729D505-801F-48E7-9982-5A501176C1D0}" dt="2026-08-31T04:27:27.138" v="126" actId="20577"/>
          <ac:spMkLst>
            <pc:docMk/>
            <pc:sldMk cId="2289505705" sldId="279"/>
            <ac:spMk id="3" creationId="{5B5E415B-8831-010D-81AE-85A9EED576C2}"/>
          </ac:spMkLst>
        </pc:spChg>
      </pc:sldChg>
      <pc:sldChg chg="modSp mod">
        <pc:chgData name="Mithradevi S" userId="f1911e5e9bad0a2c" providerId="LiveId" clId="{E729D505-801F-48E7-9982-5A501176C1D0}" dt="2026-08-31T04:28:14.197" v="137" actId="113"/>
        <pc:sldMkLst>
          <pc:docMk/>
          <pc:sldMk cId="90439132" sldId="280"/>
        </pc:sldMkLst>
        <pc:spChg chg="mod">
          <ac:chgData name="Mithradevi S" userId="f1911e5e9bad0a2c" providerId="LiveId" clId="{E729D505-801F-48E7-9982-5A501176C1D0}" dt="2026-08-31T04:28:14.197" v="137" actId="113"/>
          <ac:spMkLst>
            <pc:docMk/>
            <pc:sldMk cId="90439132" sldId="280"/>
            <ac:spMk id="3" creationId="{C6FD5229-B6C9-1BC0-330C-8A673196BA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D14F8-F7FD-46BF-A158-FB935276E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6EEFA-AE7D-418F-BA6E-16C403F74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09865-AA35-44BA-BDE4-94C655971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7B720-3303-4ED3-90D6-44DE08F81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D8C78-A98A-4CB5-B23F-85F29F0D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2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93687-D2AE-46B8-BE9C-3E338F6B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64DB9-19F3-4799-AACD-BCB7E6069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E0EE7-FC5D-442D-BB0F-ED520869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6A32C-9EAB-42FF-A31F-8C56EC8C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7AF27-D0D5-45F8-8966-552982B0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43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EE3D-9EE6-4FD0-9FE9-A33D3EAD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D07BB-CC6B-48F0-BFD3-63F1D5A17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AB88A-7DFE-436C-BD1B-75E4B5676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7B32B-78BC-492E-B385-76AE51325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66B89-9FF8-459D-8DF6-FCDD6C088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529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51EF-32C5-403F-A6CB-5E484CF12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92826-8FD1-4327-A661-03A4A1997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6685-347C-45CF-95D9-C5D69CDC6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58EFF-C9EB-4267-A59B-935068D4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CBB5B-CA31-44AF-B322-20B18E08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D2A74-743E-4A9F-8E5D-F88879B8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98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3911-EB97-4880-8E82-11C18BACF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DAEAA-2B1D-426C-8E8A-E437F8079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85666-05D2-4147-BCC5-E76B5D62C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96A6C7-EC48-4CAC-A08D-A44C1DB22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C1D52D-26FE-4DD5-8B1C-3D5884D6E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F991E-0034-45C9-85D3-15A9D05A6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BD510-EA9D-4BB2-9F87-29B6C32F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8D200-4C20-4419-8FD1-11AF7E6B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626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C7106-D85E-4175-A25E-E85A604F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980F0-DA61-4CDE-B2D8-AC7C17319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29634-310B-4376-8AB4-E1AF0F1C8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2D597-5E63-4749-ACE1-7BBC068A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026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AAD53-4E34-4ED8-9D16-869C5F37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08F538-B7C7-4668-9165-D693D3F4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114CF-05AD-49B0-967E-3F54760B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8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21AE-3B69-4909-8AAD-DF382AA3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941C9-8A5B-4644-9CBC-573238BFF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4C9C0-AAAB-43F6-B216-37A1586F2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CCACE-8D78-4A14-8ABB-61FAC8FD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9A740-512B-465A-80D1-6F52A335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2FCD8-ACE0-4A46-85BC-ED7DF12F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814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82B48-E155-4E8D-9D7C-6B80DBA4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C139E-BAA2-4DA5-9D6C-38E494572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F8CA2-B5FC-480F-B33B-AF19D8114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4C662-3C4F-4C73-B411-445C10AFB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93D74-25E7-49DC-BA79-4AC68049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D9947-402E-4857-BED6-250E5E2D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73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C8C5C-875A-480B-9CD8-B7710AA1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DD683-6C5D-4DA4-8A41-954F4BA7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E9DAC-5D09-41FA-8B5A-87C2D8BD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E96AC-124E-4EE0-84BD-3558172D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846D3-CCDE-4008-8276-636FF531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176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0A95B-79DF-447A-9597-82F6851A8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F18F3-42AC-4554-8144-70269775D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86205-595E-4B93-A694-7B38CA57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EA13E-6EA2-4E92-9DF2-EF93D2CA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D7AC7-10C6-48AB-A0FE-7743717A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83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F2E85-1A18-4716-95DF-B12C519A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C3670-D2D2-4BB4-A995-6A246A36A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92B48-1C2B-43E2-A3B2-D28F2BDE1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2E511-5951-4695-A759-6F6CE2F580C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AFB28-4E40-4D12-BC9C-AE48516A1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C4232-745C-45EA-A7D3-153F46B21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06AB1-50E2-43E8-AFC6-859A7F018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20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61A8-FC2E-4981-8D4A-ADA86A34D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828799"/>
            <a:ext cx="11654118" cy="990881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AI-BASED CREDIT CARD FRAUD DETECTION AND RISK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EAD4AC-6B6A-4FFD-8D99-B8A6874F2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46315"/>
            <a:ext cx="11654118" cy="9062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419407-AB06-4F48-8435-0953B13C3C0E}"/>
              </a:ext>
            </a:extLst>
          </p:cNvPr>
          <p:cNvSpPr txBox="1"/>
          <p:nvPr/>
        </p:nvSpPr>
        <p:spPr>
          <a:xfrm>
            <a:off x="1084729" y="4464425"/>
            <a:ext cx="50112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DR.M. ANOOP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EF874-C84F-4882-A23B-82E45885C8EB}"/>
              </a:ext>
            </a:extLst>
          </p:cNvPr>
          <p:cNvSpPr txBox="1"/>
          <p:nvPr/>
        </p:nvSpPr>
        <p:spPr>
          <a:xfrm>
            <a:off x="6535271" y="4375214"/>
            <a:ext cx="548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MITHRA DEVI S – 192524203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BODHAM SUSMA - 192571065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1E0C5-7F4C-4E4A-B148-2B4AB9D014B7}"/>
              </a:ext>
            </a:extLst>
          </p:cNvPr>
          <p:cNvSpPr txBox="1"/>
          <p:nvPr/>
        </p:nvSpPr>
        <p:spPr>
          <a:xfrm>
            <a:off x="304800" y="3241942"/>
            <a:ext cx="1171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CSA1704 – ARTIFICIAL INTELLIGENCE </a:t>
            </a:r>
          </a:p>
        </p:txBody>
      </p:sp>
    </p:spTree>
    <p:extLst>
      <p:ext uri="{BB962C8B-B14F-4D97-AF65-F5344CB8AC3E}">
        <p14:creationId xmlns:p14="http://schemas.microsoft.com/office/powerpoint/2010/main" val="789262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059B3-0E00-40A0-9D4A-02B387EF6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350" y="2257983"/>
            <a:ext cx="10310326" cy="3909552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Artificial Intelligence (AI) to detect fraudulent credit card transactions.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amount, time, location, frequency, and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unusual transaction patterns and suspicious activities.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fraud risk score for each transaction.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Explainable AI (XAI) to provide reasons for fraud predictions.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financial losses and improve transaction security.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transparent, accurate, and reliable fraud detection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7CFB53-614E-44D2-A986-E6C14067B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A9F35BB-8859-1DE9-9354-3FB2FF17A2C3}"/>
              </a:ext>
            </a:extLst>
          </p:cNvPr>
          <p:cNvSpPr txBox="1">
            <a:spLocks/>
          </p:cNvSpPr>
          <p:nvPr/>
        </p:nvSpPr>
        <p:spPr>
          <a:xfrm>
            <a:off x="295836" y="1222310"/>
            <a:ext cx="11619354" cy="90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FA61A28-CA4A-E29F-8D61-4CDE1A9F03CE}"/>
              </a:ext>
            </a:extLst>
          </p:cNvPr>
          <p:cNvSpPr txBox="1">
            <a:spLocks/>
          </p:cNvSpPr>
          <p:nvPr/>
        </p:nvSpPr>
        <p:spPr>
          <a:xfrm>
            <a:off x="448236" y="1374710"/>
            <a:ext cx="11619354" cy="90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178241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82EDCE7-ADA3-4A76-A169-CF006F1563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1018" y="2083218"/>
            <a:ext cx="10263673" cy="455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fraud is a major financial security problem that causes significant losses to customers and financial institutions.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fraud detection methods may not effectively identify new and hidden fraud patterns.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can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amounts of transaction data and identify suspicious activities.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factors such as transaction amount, time, location, frequency, and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a fraud risk score to identify the possibility of fraudulent transactions.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provides clear reasons behind the AI's prediction.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improve fraud detection, transparency, security, and risk analysis.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0CCC1-E4FF-6120-C9AB-DA26AEE2D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61D589F-D242-A28F-89F9-0F3FC3134713}"/>
              </a:ext>
            </a:extLst>
          </p:cNvPr>
          <p:cNvSpPr txBox="1">
            <a:spLocks/>
          </p:cNvSpPr>
          <p:nvPr/>
        </p:nvSpPr>
        <p:spPr>
          <a:xfrm>
            <a:off x="295836" y="1222310"/>
            <a:ext cx="11619354" cy="90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3983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2417973-F7BC-EE6B-410E-66A882DE7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76" y="2400414"/>
            <a:ext cx="10263673" cy="3720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mainly use rule-based methods to detect credit card fraud.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is identified using predefined rules and transaction limits.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may fail to detect new and complex fraud patterns.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transaction data requires significant manual monitoring.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generate false alerts for legitimate transactions.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often provide limited explanation for why a transaction is marked as fraudulent.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more intelligent, accurate, and explainable AI-based system.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52A739A-C996-7690-5C22-CAF146980824}"/>
              </a:ext>
            </a:extLst>
          </p:cNvPr>
          <p:cNvSpPr txBox="1">
            <a:spLocks/>
          </p:cNvSpPr>
          <p:nvPr/>
        </p:nvSpPr>
        <p:spPr>
          <a:xfrm>
            <a:off x="295836" y="1222310"/>
            <a:ext cx="11619354" cy="90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326109-3B02-C6A2-AA5B-905818F1C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1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D89F-58BA-4018-99D7-52D42060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6" y="1222310"/>
            <a:ext cx="11619354" cy="906235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291D67-8B43-4771-FACD-8F1EC2193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10F0000E-0B2C-AC60-299B-6FB3B409C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76" y="2400414"/>
            <a:ext cx="10263673" cy="3720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 large and high-quality dataset for accurate detection.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may sometimes produce false positives or false negatives.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patterns can change over time, requiring regular model updates.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large transaction data may require high computational resources.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sensitive customer and transaction data is challenging.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may not always provide perfectly understandable explanations.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development and maintenance can be complex and costly.</a:t>
            </a:r>
          </a:p>
        </p:txBody>
      </p:sp>
    </p:spTree>
    <p:extLst>
      <p:ext uri="{BB962C8B-B14F-4D97-AF65-F5344CB8AC3E}">
        <p14:creationId xmlns:p14="http://schemas.microsoft.com/office/powerpoint/2010/main" val="239063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FEDC4FD2-7418-64B5-6F4B-06399F818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163" y="2319225"/>
            <a:ext cx="10263673" cy="4269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Artificial Intelligence (AI) to detect fraudulent credit card transactions.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amount, time, location, frequency, and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unusual and suspicious transaction patterns.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fraud risk score for each transaction.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transactions as Fraudulent or Legitimate.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Explainable AI (XAI) to show the reasons behind predictions.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secure, transparent, and reliable fraud detection framework.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financial institutions reduce fraud losses and improve transaction security</a:t>
            </a:r>
            <a:r>
              <a:rPr lang="en-IN" sz="18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467E11-0931-AD47-C81E-0874C6924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CE4B666-0BF3-C519-51A8-0CDA41E0B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6" y="1222310"/>
            <a:ext cx="11619354" cy="906235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260931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5766496C-B1CB-4C9B-8685-80C1B4451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76" y="2072523"/>
            <a:ext cx="10263673" cy="4807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fraud detection of suspicious transactions.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in identifying fraudulent activities.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and hidden patterns.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fraud risk score for transactions.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improves transparency and trust.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financial losses.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credit card and transaction security.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faster and smarter decision-making.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monitoring efforts.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8A6FC56-6D39-DEAC-50E2-F20559D7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6" y="1222310"/>
            <a:ext cx="11619354" cy="906235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06E4B8-729A-18CC-E4BB-ABEACACFC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26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DAD6-BCB7-4179-9591-F73D5A91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B62B6AB-B166-D669-6A44-DB632B264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6" y="1222310"/>
            <a:ext cx="11619354" cy="906235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93F755-CBBF-6664-8DDA-1494B5600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B5E415B-8831-010D-81AE-85A9EED57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76" y="2321886"/>
            <a:ext cx="10263673" cy="426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fraud causes financial losses to customers and institutions.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may fail to detect new and complex fraud patterns.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transactions are difficult to identify from large transaction data.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amount, time, location, frequency, and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provide a fraud risk score for each transaction.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should classify transactions as fraudulent or legitimate.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should provide clear reasons for the fraud prediction.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improve security, accuracy, and transparency.</a:t>
            </a:r>
          </a:p>
        </p:txBody>
      </p:sp>
    </p:spTree>
    <p:extLst>
      <p:ext uri="{BB962C8B-B14F-4D97-AF65-F5344CB8AC3E}">
        <p14:creationId xmlns:p14="http://schemas.microsoft.com/office/powerpoint/2010/main" val="228950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DFDB2-6F1B-F691-AEEF-9CC6F920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313281B-5599-CADD-5692-00A1B5EF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6" y="1222310"/>
            <a:ext cx="11619354" cy="906235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0C5C13-2E33-E9E0-F3E6-D50326CF9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6FD5229-B6C9-1BC0-330C-8A673196B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76" y="2128545"/>
            <a:ext cx="10263673" cy="426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system for detecting credit card fraud.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and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suspicious and unusual transaction patterns.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 fraud risk score for each transaction.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transactions as fraudulent or legitimate.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Explainable AI (XAI) to explain fraud predictions.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financial losses and false alerts.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transaction security, accuracy, and transparency.</a:t>
            </a:r>
          </a:p>
        </p:txBody>
      </p:sp>
    </p:spTree>
    <p:extLst>
      <p:ext uri="{BB962C8B-B14F-4D97-AF65-F5344CB8AC3E}">
        <p14:creationId xmlns:p14="http://schemas.microsoft.com/office/powerpoint/2010/main" val="90439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36FE95-BE87-23C7-3375-9B7FEBC1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37EF581-215B-EBBB-D53B-1570FBD955F2}"/>
              </a:ext>
            </a:extLst>
          </p:cNvPr>
          <p:cNvSpPr txBox="1">
            <a:spLocks/>
          </p:cNvSpPr>
          <p:nvPr/>
        </p:nvSpPr>
        <p:spPr>
          <a:xfrm>
            <a:off x="295836" y="1222310"/>
            <a:ext cx="11619354" cy="90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 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9CEFC5-1816-82A7-5D21-3892A6EC6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36" y="1987420"/>
            <a:ext cx="11619354" cy="47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5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9B3E9A-5126-D075-4E6E-553205D8E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C6015033-2735-BB0F-08D2-4124A6C57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163" y="3862611"/>
            <a:ext cx="10263673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0F8CB8-1330-19CE-B2ED-BAC24DD781D7}"/>
              </a:ext>
            </a:extLst>
          </p:cNvPr>
          <p:cNvSpPr txBox="1"/>
          <p:nvPr/>
        </p:nvSpPr>
        <p:spPr>
          <a:xfrm>
            <a:off x="0" y="1056715"/>
            <a:ext cx="12192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1-DATA COLLECTION &amp; PREPROCESSING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EA164C5C-915B-DB22-774B-FCC8E82F7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163" y="2503265"/>
            <a:ext cx="10263673" cy="426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credit card transaction data such as amount, time, location, frequency, and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data by removing duplicates and incorrect records.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and convert categorical data into usable format.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feature selection and normalization.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clean and structured data for the AI system.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Algorithm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Cleaning, Encoding, Normalization &amp; Feature Selection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data ready for AI-based fraud detection.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151A1-B85A-2341-FBA5-BB9A71A079CF}"/>
              </a:ext>
            </a:extLst>
          </p:cNvPr>
          <p:cNvSpPr txBox="1"/>
          <p:nvPr/>
        </p:nvSpPr>
        <p:spPr>
          <a:xfrm>
            <a:off x="7126255" y="531069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302D6-47B2-85DC-12FE-C8EBC6C76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240" y="5222791"/>
            <a:ext cx="1409822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400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68C868-7A82-4214-2F1D-B8F006F0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74EF47-F6A4-7492-5277-B313A0782307}"/>
              </a:ext>
            </a:extLst>
          </p:cNvPr>
          <p:cNvSpPr txBox="1"/>
          <p:nvPr/>
        </p:nvSpPr>
        <p:spPr>
          <a:xfrm>
            <a:off x="0" y="1056715"/>
            <a:ext cx="12192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2 - FRAUD DETECTION AND RISK PREDICTION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37F0E9B-12B3-8C63-98E7-1E0A8D319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163" y="2443276"/>
            <a:ext cx="10263673" cy="426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data to identify suspicious patterns.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AI rules based on amount, time, location, frequency, and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 fraud risk score.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transactions as Fraudulent or Legitimate.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Low, Medium, or High risk levels.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Rule-Based Expert System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Reasoning, Pattern Analysis &amp; Risk Scoring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Fraud classification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risk score and risk level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92D46-CADF-640B-6707-457E580AA9F1}"/>
              </a:ext>
            </a:extLst>
          </p:cNvPr>
          <p:cNvSpPr txBox="1"/>
          <p:nvPr/>
        </p:nvSpPr>
        <p:spPr>
          <a:xfrm>
            <a:off x="7098263" y="519873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2B777-A11E-C6CB-64F8-1AC26A9FE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980" y="5109053"/>
            <a:ext cx="2667231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61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DD9600-A306-4D8F-A193-8C27B38A42C4}"/>
              </a:ext>
            </a:extLst>
          </p:cNvPr>
          <p:cNvSpPr txBox="1"/>
          <p:nvPr/>
        </p:nvSpPr>
        <p:spPr>
          <a:xfrm>
            <a:off x="267843" y="2063307"/>
            <a:ext cx="11628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 :Credit Card Fraud Detection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DD0977-F857-E5BD-C573-F60509D3D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093D166-CB1F-A7E2-04D9-71F5F1F3FAA4}"/>
              </a:ext>
            </a:extLst>
          </p:cNvPr>
          <p:cNvSpPr txBox="1">
            <a:spLocks/>
          </p:cNvSpPr>
          <p:nvPr/>
        </p:nvSpPr>
        <p:spPr>
          <a:xfrm>
            <a:off x="295836" y="1222310"/>
            <a:ext cx="11619354" cy="90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C4A67E6-EB42-B676-7ACE-B756CFE9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76" y="2524972"/>
            <a:ext cx="10263673" cy="426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850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/>
              <a:t>30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transaction amount, time, location, frequency, and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merchant details and transaction history.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fraud-related indicators for identifying suspicious transactions.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fraud label to classify transactions as legitimate or fraudulent.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AI-based fraud detection, risk scoring, and XAI analysis.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890CA7-8F04-626B-8521-500F5B7F6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424" y="2593909"/>
            <a:ext cx="8798766" cy="173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35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D07A66-128C-178A-4B5A-12501DFFE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3FD422A-6256-3CD8-6919-87BC6DAF5BCC}"/>
              </a:ext>
            </a:extLst>
          </p:cNvPr>
          <p:cNvSpPr txBox="1">
            <a:spLocks/>
          </p:cNvSpPr>
          <p:nvPr/>
        </p:nvSpPr>
        <p:spPr>
          <a:xfrm>
            <a:off x="295836" y="1056715"/>
            <a:ext cx="11619354" cy="90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BB521A3E-FB18-6B28-8389-CF22C64C37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9559" y="1717682"/>
                <a:ext cx="10587135" cy="5140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Accuracy: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Measures the overall correctness of fraud classification.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sz="1800" i="1"/>
                          </m:ctrlPr>
                        </m:borderBoxPr>
                        <m:e>
                          <m:r>
                            <a:rPr lang="en-IN" sz="1800" i="1"/>
                            <m:t>𝐴𝑐𝑐𝑢𝑟𝑎𝑐𝑦</m:t>
                          </m:r>
                          <m:r>
                            <a:rPr lang="en-IN" sz="1800"/>
                            <m:t>=</m:t>
                          </m:r>
                          <m:f>
                            <m:fPr>
                              <m:ctrlPr>
                                <a:rPr lang="en-IN" sz="1800" i="1"/>
                              </m:ctrlPr>
                            </m:fPr>
                            <m:num>
                              <m:r>
                                <a:rPr lang="en-IN" sz="1800" i="1"/>
                                <m:t>𝑇𝑃</m:t>
                              </m:r>
                              <m:r>
                                <a:rPr lang="en-IN" sz="1800"/>
                                <m:t>+</m:t>
                              </m:r>
                              <m:r>
                                <a:rPr lang="en-IN" sz="1800" i="1"/>
                                <m:t>𝑇𝑁</m:t>
                              </m:r>
                            </m:num>
                            <m:den>
                              <m:r>
                                <a:rPr lang="en-IN" sz="1800" i="1"/>
                                <m:t>𝑇𝑃</m:t>
                              </m:r>
                              <m:r>
                                <a:rPr lang="en-IN" sz="1800"/>
                                <m:t>+</m:t>
                              </m:r>
                              <m:r>
                                <a:rPr lang="en-IN" sz="1800" i="1"/>
                                <m:t>𝑇𝑁</m:t>
                              </m:r>
                              <m:r>
                                <a:rPr lang="en-IN" sz="1800"/>
                                <m:t>+</m:t>
                              </m:r>
                              <m:r>
                                <a:rPr lang="en-IN" sz="1800" i="1"/>
                                <m:t>𝐹𝑃</m:t>
                              </m:r>
                              <m:r>
                                <a:rPr lang="en-IN" sz="1800"/>
                                <m:t>+</m:t>
                              </m:r>
                              <m:r>
                                <a:rPr lang="en-IN" sz="1800" i="1"/>
                                <m:t>𝐹𝑁</m:t>
                              </m:r>
                            </m:den>
                          </m:f>
                          <m:r>
                            <a:rPr lang="en-IN" sz="1800"/>
                            <m:t>×100</m:t>
                          </m:r>
                        </m:e>
                      </m:borderBox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00000"/>
                  </a:lnSpc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Precision: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Measures how many transactions predicted as fraud are actually fraudulent.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sz="1800" i="1"/>
                          </m:ctrlPr>
                        </m:borderBoxPr>
                        <m:e>
                          <m:r>
                            <a:rPr lang="en-IN" sz="1800" i="1"/>
                            <m:t>𝑃𝑟𝑒𝑐𝑖𝑠𝑖𝑜𝑛</m:t>
                          </m:r>
                          <m:r>
                            <a:rPr lang="en-IN" sz="1800"/>
                            <m:t>=</m:t>
                          </m:r>
                          <m:f>
                            <m:fPr>
                              <m:ctrlPr>
                                <a:rPr lang="en-IN" sz="1800" i="1"/>
                              </m:ctrlPr>
                            </m:fPr>
                            <m:num>
                              <m:r>
                                <a:rPr lang="en-IN" sz="1800" i="1"/>
                                <m:t>𝑇𝑃</m:t>
                              </m:r>
                            </m:num>
                            <m:den>
                              <m:r>
                                <a:rPr lang="en-IN" sz="1800" i="1"/>
                                <m:t>𝑇𝑃</m:t>
                              </m:r>
                              <m:r>
                                <a:rPr lang="en-IN" sz="1800"/>
                                <m:t>+</m:t>
                              </m:r>
                              <m:r>
                                <a:rPr lang="en-IN" sz="1800" i="1"/>
                                <m:t>𝐹𝑃</m:t>
                              </m:r>
                            </m:den>
                          </m:f>
                          <m:r>
                            <a:rPr lang="en-IN" sz="1800"/>
                            <m:t>×100</m:t>
                          </m:r>
                        </m:e>
                      </m:borderBox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00000"/>
                  </a:lnSpc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Recall: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Measures how many actual fraudulent transactions are correctly detected.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sz="1800" i="1"/>
                          </m:ctrlPr>
                        </m:borderBoxPr>
                        <m:e>
                          <m:r>
                            <a:rPr lang="en-IN" sz="1800" i="1"/>
                            <m:t>𝑅𝑒𝑐𝑎𝑙𝑙</m:t>
                          </m:r>
                          <m:r>
                            <a:rPr lang="en-IN" sz="1800"/>
                            <m:t>=</m:t>
                          </m:r>
                          <m:f>
                            <m:fPr>
                              <m:ctrlPr>
                                <a:rPr lang="en-IN" sz="1800" i="1"/>
                              </m:ctrlPr>
                            </m:fPr>
                            <m:num>
                              <m:r>
                                <a:rPr lang="en-IN" sz="1800" i="1"/>
                                <m:t>𝑇𝑃</m:t>
                              </m:r>
                            </m:num>
                            <m:den>
                              <m:r>
                                <a:rPr lang="en-IN" sz="1800" i="1"/>
                                <m:t>𝑇𝑃</m:t>
                              </m:r>
                              <m:r>
                                <a:rPr lang="en-IN" sz="1800"/>
                                <m:t>+</m:t>
                              </m:r>
                              <m:r>
                                <a:rPr lang="en-IN" sz="1800" i="1"/>
                                <m:t>𝐹𝑁</m:t>
                              </m:r>
                            </m:den>
                          </m:f>
                          <m:r>
                            <a:rPr lang="en-IN" sz="1800"/>
                            <m:t>×100</m:t>
                          </m:r>
                        </m:e>
                      </m:borderBox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00000"/>
                  </a:lnSpc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F1-Score: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Provides a balance between Precision and Recall.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sz="1800" i="1"/>
                          </m:ctrlPr>
                        </m:borderBoxPr>
                        <m:e>
                          <m:r>
                            <a:rPr lang="en-IN" sz="1800" i="1"/>
                            <m:t>𝐹</m:t>
                          </m:r>
                          <m:r>
                            <a:rPr lang="en-IN" sz="1800"/>
                            <m:t>1=2×</m:t>
                          </m:r>
                          <m:f>
                            <m:fPr>
                              <m:ctrlPr>
                                <a:rPr lang="en-IN" sz="1800" i="1"/>
                              </m:ctrlPr>
                            </m:fPr>
                            <m:num>
                              <m:r>
                                <a:rPr lang="en-IN" sz="1800" i="1"/>
                                <m:t>𝑃𝑟𝑒𝑐𝑖𝑠𝑖𝑜𝑛</m:t>
                              </m:r>
                              <m:r>
                                <a:rPr lang="en-IN" sz="1800"/>
                                <m:t>×</m:t>
                              </m:r>
                              <m:r>
                                <a:rPr lang="en-IN" sz="1800" i="1"/>
                                <m:t>𝑅𝑒𝑐𝑎𝑙𝑙</m:t>
                              </m:r>
                            </m:num>
                            <m:den>
                              <m:r>
                                <a:rPr lang="en-IN" sz="1800" i="1"/>
                                <m:t>𝑃𝑟𝑒𝑐𝑖𝑠𝑖𝑜𝑛</m:t>
                              </m:r>
                              <m:r>
                                <a:rPr lang="en-IN" sz="1800"/>
                                <m:t>+</m:t>
                              </m:r>
                              <m:r>
                                <a:rPr lang="en-IN" sz="1800" i="1"/>
                                <m:t>𝑅𝑒𝑐𝑎𝑙𝑙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00000"/>
                  </a:lnSpc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Specificity: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Measures how correctly legitimate transactions are identified. 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Specificity=TN+FPTN​×100​</a:t>
                </a:r>
              </a:p>
            </p:txBody>
          </p:sp>
        </mc:Choice>
        <mc:Fallback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BB521A3E-FB18-6B28-8389-CF22C64C3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559" y="1717682"/>
                <a:ext cx="10587135" cy="5140318"/>
              </a:xfrm>
              <a:prstGeom prst="rect">
                <a:avLst/>
              </a:prstGeom>
              <a:blipFill>
                <a:blip r:embed="rId3"/>
                <a:stretch>
                  <a:fillRect l="-4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7727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FA9CA9-D23E-D303-1756-E2F6F4F14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03CF80F-76C4-5634-A139-9CA225E091A1}"/>
              </a:ext>
            </a:extLst>
          </p:cNvPr>
          <p:cNvSpPr txBox="1">
            <a:spLocks/>
          </p:cNvSpPr>
          <p:nvPr/>
        </p:nvSpPr>
        <p:spPr>
          <a:xfrm>
            <a:off x="295836" y="1222310"/>
            <a:ext cx="11619354" cy="90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54BC37AA-A8CF-34BD-FFD4-E51178191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76" y="2027149"/>
            <a:ext cx="10263673" cy="426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fraud detection for instant transaction monitoring.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AI rules to detect new and complex fraud patterns.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alerts and notifications for high-risk transactions.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and web dashboard for monitoring fraud activities.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XAI explanations for clearer fraud decisions.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dynamic risk scoring based on changing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banks and payment platforms.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system security, scalability,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1955887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513C00-C15C-0934-8F3E-D9EA8D195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8198E46-4EB7-A599-9C28-0984CBBAB704}"/>
              </a:ext>
            </a:extLst>
          </p:cNvPr>
          <p:cNvSpPr txBox="1">
            <a:spLocks/>
          </p:cNvSpPr>
          <p:nvPr/>
        </p:nvSpPr>
        <p:spPr>
          <a:xfrm>
            <a:off x="295836" y="1222310"/>
            <a:ext cx="11619354" cy="90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6338A1AB-7D0C-11E2-79F5-B34E6D8C4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76" y="2400414"/>
            <a:ext cx="10263673" cy="3592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Artificial Intelligence to detect fraudulent credit card transactions.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details and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suspicious activities.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Rule-Based Expert System generates a fraud risk score and classifies transactions.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provides understandable reasons for fraud predictions.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reduce financial losses and improve transaction security.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provides a transparent, reliable, and effective solution for credit card fraud detection and risk analysis.</a:t>
            </a:r>
          </a:p>
        </p:txBody>
      </p:sp>
    </p:spTree>
    <p:extLst>
      <p:ext uri="{BB962C8B-B14F-4D97-AF65-F5344CB8AC3E}">
        <p14:creationId xmlns:p14="http://schemas.microsoft.com/office/powerpoint/2010/main" val="242950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1D48A0-CDF5-BA7E-C8ED-3B7E0D797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6869" y="150480"/>
            <a:ext cx="11628321" cy="90623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2BC09D1-933D-F1F1-A655-EEE706992326}"/>
              </a:ext>
            </a:extLst>
          </p:cNvPr>
          <p:cNvSpPr txBox="1">
            <a:spLocks/>
          </p:cNvSpPr>
          <p:nvPr/>
        </p:nvSpPr>
        <p:spPr>
          <a:xfrm>
            <a:off x="295836" y="1222310"/>
            <a:ext cx="11619354" cy="90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8C054D82-A615-37C7-D2A0-523F8E328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163" y="2025373"/>
            <a:ext cx="10263673" cy="4043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Cavdar, E.Z.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Bozanta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2026. AI-based credit card fraud detection: a machine learning approach with model explainability on real-world data.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and Information Systems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p.161.</a:t>
            </a:r>
          </a:p>
          <a:p>
            <a:pPr algn="just">
              <a:lnSpc>
                <a:spcPct val="15000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Ikermane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Mohy-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eddine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and Rachidi, Y., 2024, December. Credit Card Fraud Detection: Comparing Random Forest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with Explainable AI Interpretations. In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Electrical Systems and Smart Technologies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126-135). Cham: Springer Nature Switzerland.</a:t>
            </a:r>
          </a:p>
          <a:p>
            <a:pPr algn="just">
              <a:lnSpc>
                <a:spcPct val="15000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Adhegaonkar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V.R., Thakur, A.R. and Varghese, N., 2024, January. Advancing credit card fraud detection through explainable machine learning methods. In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2nd International Conference on Intelligent Data Communication Technologies and Internet of Things (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IDCIoT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792-796). IEEE.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714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31215B-D4EA-1DA8-C545-3C98F9C3C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45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1333</Words>
  <Application>Microsoft Office PowerPoint</Application>
  <PresentationFormat>Widescreen</PresentationFormat>
  <Paragraphs>138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EXPLAINABLE AI-BASED CREDIT CARD FRAUD DETECTION AND RISK ANALYSIS</vt:lpstr>
      <vt:lpstr>PowerPoint Presentation</vt:lpstr>
      <vt:lpstr>PowerPoint Presentation</vt:lpstr>
      <vt:lpstr>PowerPoint Presentation</vt:lpstr>
      <vt:lpstr>DISADVANTAGES</vt:lpstr>
      <vt:lpstr>PROPOSED SYSTEM</vt:lpstr>
      <vt:lpstr>ADVANTAGES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SMART WASTE COLLECTION ROUTE OPTIMIZATION SYSTEM</dc:title>
  <dc:creator>Madhubavana B</dc:creator>
  <cp:lastModifiedBy>Mithradevi S</cp:lastModifiedBy>
  <cp:revision>20</cp:revision>
  <dcterms:created xsi:type="dcterms:W3CDTF">2026-07-30T13:52:37Z</dcterms:created>
  <dcterms:modified xsi:type="dcterms:W3CDTF">2026-08-31T04:55:26Z</dcterms:modified>
</cp:coreProperties>
</file>